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E381D-1B9B-3439-9EDC-E805F9E5A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61C399-BB2D-DB04-3477-EBE86EA88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01F8AF-5267-FF82-F39B-1E34CB2B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31C48-D58C-D1C7-75D0-D67C5CB6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010E36-77E7-FFD4-3405-3CFC43DB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27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F9AE0-9E98-2282-74E7-94A43F59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56583-E0A4-7E89-73DC-3415AF86F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7901DA-59E0-614E-59E2-7D754C75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B5A1F6-EECF-C877-C3DD-A373BD65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301C38-DA89-5B13-BAEE-C8757AC3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08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54A82-3CD6-A5C2-1B61-7A74F3B5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E340E3-BE5E-0202-3350-F5147CFB3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C0EC6E-51D6-5C5C-B4D2-ECD3D00E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53441-1BF8-9055-F773-FAFA893E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41534A-6958-570C-2378-BA485027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35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E05DC-8227-DCB8-9502-4B5D1744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AD5E5A-1742-0DEA-3398-9F60B429A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F0BB81-A7BD-C9E2-90C8-269BA2A5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1A6AE4-E87F-6C1A-A215-CFB8236D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87CE09-0D2E-6FF2-CFAE-AB381106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695D8C-2244-7E82-7286-7D797CB9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42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109E6-F77E-61BA-4D82-11FF7916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CF2CE0-0075-6338-34C4-1FDD227E1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1271E8-1D61-F0E2-EDF0-0A507FD10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40448F-CC27-3191-9F25-633677E8E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6C9B09-01A4-9318-572B-7C2A077FF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DA32F6-3F2B-8A2A-0A20-911EFDDA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0E4E4F-0FD0-003F-D292-738DC7FF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514DE9-1293-2E0E-1B58-75DB5364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4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DB95-14C9-C067-7CF7-661E9BD8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5089EF-1A31-AE55-AC6B-08F15BAB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AE5DE1-7C8B-7F49-F7FD-8EFF84F0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772120-1F56-8138-B041-F0BB3E80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32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F7B24C-C186-AB66-B165-68B1FC8A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B0F7D3-95B6-B123-B037-2555FE91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52C608-D55B-F290-C1C4-295B0CFE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241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B57EF-EAB1-64BC-5D0D-AAEB629C7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7222A3-6443-C0C7-E9B9-C451F8AD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7BABC7-D07E-53C4-914B-ACAE243C4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A13D14-5A80-09FD-3373-52C0B8BF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38AB3A-9672-5C1E-BA54-5918F8F9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B92AE3-2D91-8600-6A37-F9BD8000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7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C806F-8771-ED04-6AC8-DE8E7D28D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E9FCC0-3A92-D94C-FE81-27EDF1BD7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2B4BC2-F2AB-70FE-782F-7E4564870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2F5CF7-39AF-DDDA-EA85-5B312F83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A828C4-2D08-6DF4-364B-BFA44F2B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8E7A52-D7EB-D419-1C1B-57DC4FF4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7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6CB2E-563C-7F1B-4EB6-E5F28634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32C4D5-2E5A-2638-1DC3-268B17B1A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76101E-5A61-DDFC-9BCD-F0C10C38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0C7AD4-A649-485D-7F92-B7BD11EC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440372-3BB4-5227-694F-14E9AFF8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14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C7F5EF-BEB1-B1B0-32F7-76E08A4DE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4D24E6-7677-DA98-E946-491537C8E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284F91-6CCA-33D2-F4F6-B691DDEA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38D2AD-06D7-7285-BBBF-BE611507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3B9D36-C4A5-7077-17FB-26AE17B6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80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715FEB-35DB-F009-ECE5-3D69A07F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21A81A-0103-0F78-9A8A-CC704081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6136C0-8F89-7381-9B4E-5B3266457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05C80-527F-48BB-8142-2365A278B31C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B067C2-2222-472F-4583-507E1907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4B2D7-E58E-E728-50E5-857E2D1B2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EA023-AF0C-4D4F-9CCE-028FECB48B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31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B0E02D-7D21-FAAE-B653-B1449DF0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15796"/>
            <a:ext cx="11372850" cy="63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7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C27C267-799C-BC82-B5AC-E56087C3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67994"/>
            <a:ext cx="11401425" cy="6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6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7B5279E-863A-6006-B34E-4EFAFD871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90560"/>
            <a:ext cx="11630025" cy="65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40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joelson oliveira</dc:creator>
  <cp:lastModifiedBy>joelson oliveira</cp:lastModifiedBy>
  <cp:revision>1</cp:revision>
  <dcterms:created xsi:type="dcterms:W3CDTF">2026-09-07T18:18:20Z</dcterms:created>
  <dcterms:modified xsi:type="dcterms:W3CDTF">2026-09-07T18:18:43Z</dcterms:modified>
</cp:coreProperties>
</file>